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73" r:id="rId4"/>
    <p:sldId id="257" r:id="rId5"/>
    <p:sldId id="271" r:id="rId6"/>
    <p:sldId id="272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23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C2F1B8-9C7C-47CE-9B33-9A9434500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1007556-8B42-4DA9-8F6D-A2BE4255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7ACB04-2849-4945-86FA-E8157EAB5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B0F-4B91-4AE0-B248-8C47A7FEED2E}" type="datetimeFigureOut">
              <a:rPr lang="de-DE" smtClean="0"/>
              <a:t>27.01.2022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660B3F-CC89-478E-A92B-98F5AB60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05B49A-C3BC-4966-8CD3-23C5B22C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4F921-FA90-4072-BCFA-C14B874FB8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262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A6A8A3-0ACF-4B81-B0D2-04011D893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E43FEC-5B82-43F0-B0EC-F97E84DFC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B0DD60-4C9D-4242-A6ED-11980723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B0F-4B91-4AE0-B248-8C47A7FEED2E}" type="datetimeFigureOut">
              <a:rPr lang="de-DE" smtClean="0"/>
              <a:t>27.01.2022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084D94-AFC1-4F7D-953B-461D9A5D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FE9E65-CF0C-42C2-87D8-F8E38791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4F921-FA90-4072-BCFA-C14B874FB8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38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4A546-DC54-4508-8439-5A88D1E5A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E05FB5-1C20-45E2-8F5E-A6ADA2ED0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027759-B611-402F-8C88-53500975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B0F-4B91-4AE0-B248-8C47A7FEED2E}" type="datetimeFigureOut">
              <a:rPr lang="de-DE" smtClean="0"/>
              <a:t>27.01.2022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BFB7D1-9F05-4B56-B9F8-BC56E4FDC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E35553-BE1B-4CB4-B58A-D88B52D5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4F921-FA90-4072-BCFA-C14B874FB8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7893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0F0D56-8137-4CA2-BA90-F4060548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CC616E-4546-48F7-9234-BE14E78C1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BD29F8-8D6E-48A7-AA5D-072C0E08F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3F903E-3226-4B58-9E3E-B1CA7BFA3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B0F-4B91-4AE0-B248-8C47A7FEED2E}" type="datetimeFigureOut">
              <a:rPr lang="de-DE" smtClean="0"/>
              <a:t>27.01.2022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F8FC7F-702D-4487-950C-3867F880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D65B31-8302-4307-8E16-AD93F308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4F921-FA90-4072-BCFA-C14B874FB8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739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D86A00-86EC-43FF-950E-DD5022A5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813790-3211-48D5-9D64-810555FB6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099233-32DB-4202-A4BA-5C942F62F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CDA15A8-3A8E-43FC-A595-D5AE0489E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9105D89-5FAB-4958-9543-0F9D923B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2015069-353C-40B4-939D-66238D5C2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B0F-4B91-4AE0-B248-8C47A7FEED2E}" type="datetimeFigureOut">
              <a:rPr lang="de-DE" smtClean="0"/>
              <a:t>27.01.2022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70AB7D7-5500-46C7-B1EA-78EAE0B48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90C81CC-E422-438F-ACFA-70F94C28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4F921-FA90-4072-BCFA-C14B874FB8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6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159EB3-7187-498E-AF9C-09B64D027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D07A1F-960F-49ED-9BB7-7A46C3D9D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B0F-4B91-4AE0-B248-8C47A7FEED2E}" type="datetimeFigureOut">
              <a:rPr lang="de-DE" smtClean="0"/>
              <a:t>27.01.2022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6D6819-F642-4BAA-97CA-7080E6DCC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422E40-33C1-476B-BE3A-CE13ACF6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4F921-FA90-4072-BCFA-C14B874FB8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8540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7479A88-2684-4E8D-B4A2-3D9722F37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B0F-4B91-4AE0-B248-8C47A7FEED2E}" type="datetimeFigureOut">
              <a:rPr lang="de-DE" smtClean="0"/>
              <a:t>27.01.2022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18DB03-CDEE-43A6-BE61-12F02B4F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3F2DA1-0823-4343-9ECE-350AD8CE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4F921-FA90-4072-BCFA-C14B874FB8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C72DCD-D9DB-4932-9D61-1D426166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55C213-7D1F-48F3-BAB9-836EF4EE0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1EF74F-B323-4A66-BC84-145D18FD2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853C58-36E1-41E3-9E86-08FF48A71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B0F-4B91-4AE0-B248-8C47A7FEED2E}" type="datetimeFigureOut">
              <a:rPr lang="de-DE" smtClean="0"/>
              <a:t>27.01.2022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E851E8-7B62-49F1-A1A5-0A91484E8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75151A-A608-40B4-8F7F-E42C3960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4F921-FA90-4072-BCFA-C14B874FB8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87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B6063-3315-43DE-B59B-9FCC4715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B0A628B-A01F-44AE-9215-2E6AE5842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A679CB-1C1E-4CC3-9A14-96C726771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B4DFE5-81F6-41CB-ABBA-C0E4DA075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B0F-4B91-4AE0-B248-8C47A7FEED2E}" type="datetimeFigureOut">
              <a:rPr lang="de-DE" smtClean="0"/>
              <a:t>27.01.2022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E6BFA4-6D6D-47EC-8B93-B6631E1E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76125A-F25B-489E-B5BF-D3DEFED7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4F921-FA90-4072-BCFA-C14B874FB8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3235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AB90E0-3827-42BD-9111-1A5E11CA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B98F5C-0905-41F7-9363-48E844B17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219D41-D436-45EA-8B70-15B753268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B0F-4B91-4AE0-B248-8C47A7FEED2E}" type="datetimeFigureOut">
              <a:rPr lang="de-DE" smtClean="0"/>
              <a:t>27.01.2022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B982AF-5751-4CA1-A62D-025724E0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C129B7-0A5C-40C6-B6DD-091CB3508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4F921-FA90-4072-BCFA-C14B874FB8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489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916D731-B7F3-4665-B6BB-4834155ED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56D41E6-45EF-4D8B-8D34-E5A30EBEC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29795B-4279-41B0-A421-A729ECB9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B0F-4B91-4AE0-B248-8C47A7FEED2E}" type="datetimeFigureOut">
              <a:rPr lang="de-DE" smtClean="0"/>
              <a:t>27.01.2022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3DD1B8-AB0C-4546-AC25-FCB2D6BD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CB5E7-2DA4-437F-8FE1-9979E0B0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4F921-FA90-4072-BCFA-C14B874FB8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122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59E0C7-F7BC-45C3-AD68-ABD258D92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E14DBB-A612-440B-8BB3-5C124199F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A867F2-53D5-4084-A83A-7100AC46A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19B0F-4B91-4AE0-B248-8C47A7FEED2E}" type="datetimeFigureOut">
              <a:rPr lang="de-DE" smtClean="0"/>
              <a:t>27.01.2022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4362F4-32BE-41AD-955B-0D64AFA5A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EC2EEE-0FA4-4049-9903-0A699937E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4F921-FA90-4072-BCFA-C14B874FB8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259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39894293-AC92-468F-887E-0384EFD185EC}"/>
              </a:ext>
            </a:extLst>
          </p:cNvPr>
          <p:cNvSpPr txBox="1"/>
          <p:nvPr/>
        </p:nvSpPr>
        <p:spPr>
          <a:xfrm>
            <a:off x="3638745" y="1874728"/>
            <a:ext cx="730027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9600" dirty="0"/>
              <a:t>IoT</a:t>
            </a:r>
          </a:p>
        </p:txBody>
      </p:sp>
      <p:pic>
        <p:nvPicPr>
          <p:cNvPr id="7" name="Grafik 6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D2A65233-285C-4ACB-BF84-8932403FE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759" y="2346959"/>
            <a:ext cx="1999488" cy="216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66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59BA32BC-E139-4411-8F73-439B48FA3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1430" y="3028846"/>
            <a:ext cx="2014534" cy="382915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B15E2A8-1A8C-4F5A-A1F2-E7AC3F8C5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78257" y="-553385"/>
            <a:ext cx="5859509" cy="7816023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7B4862F7-5912-4E17-A6B7-87F48140C0E5}"/>
              </a:ext>
            </a:extLst>
          </p:cNvPr>
          <p:cNvCxnSpPr/>
          <p:nvPr/>
        </p:nvCxnSpPr>
        <p:spPr>
          <a:xfrm flipH="1" flipV="1">
            <a:off x="4757682" y="4185523"/>
            <a:ext cx="336331" cy="367862"/>
          </a:xfrm>
          <a:prstGeom prst="straightConnector1">
            <a:avLst/>
          </a:prstGeom>
          <a:ln w="571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94E1FD26-977A-4E93-A098-20F7C114C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656" y="56548"/>
            <a:ext cx="4177486" cy="2972299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A6AC3A5D-EFA5-4467-BB55-316FCB9C2E2D}"/>
              </a:ext>
            </a:extLst>
          </p:cNvPr>
          <p:cNvSpPr/>
          <p:nvPr/>
        </p:nvSpPr>
        <p:spPr>
          <a:xfrm>
            <a:off x="9437593" y="3538538"/>
            <a:ext cx="1553679" cy="27102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4DCE6-712D-4935-AD1D-C6D9AEC13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0614" y="3876198"/>
            <a:ext cx="640214" cy="643415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DFF8221E-909F-422D-8452-81E4E36A71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473" y="1039342"/>
            <a:ext cx="1663957" cy="1319400"/>
          </a:xfrm>
          <a:prstGeom prst="rect">
            <a:avLst/>
          </a:prstGeom>
        </p:spPr>
      </p:pic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A507B46-C1B6-4517-856D-2BB887A00890}"/>
              </a:ext>
            </a:extLst>
          </p:cNvPr>
          <p:cNvCxnSpPr>
            <a:cxnSpLocks/>
          </p:cNvCxnSpPr>
          <p:nvPr/>
        </p:nvCxnSpPr>
        <p:spPr>
          <a:xfrm flipH="1" flipV="1">
            <a:off x="8965406" y="2229336"/>
            <a:ext cx="907257" cy="1782305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0CC37E8-D4D6-4F6E-8CA3-1789EE4DA5B9}"/>
              </a:ext>
            </a:extLst>
          </p:cNvPr>
          <p:cNvCxnSpPr>
            <a:cxnSpLocks/>
          </p:cNvCxnSpPr>
          <p:nvPr/>
        </p:nvCxnSpPr>
        <p:spPr>
          <a:xfrm flipV="1">
            <a:off x="5002924" y="2114550"/>
            <a:ext cx="2617076" cy="1658666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4B1099C8-CAC0-4460-B629-034F3B5AD339}"/>
              </a:ext>
            </a:extLst>
          </p:cNvPr>
          <p:cNvSpPr txBox="1"/>
          <p:nvPr/>
        </p:nvSpPr>
        <p:spPr>
          <a:xfrm>
            <a:off x="4067612" y="4597830"/>
            <a:ext cx="935312" cy="36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esp32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35096F2-B44E-4E67-99DB-D2230CB825ED}"/>
              </a:ext>
            </a:extLst>
          </p:cNvPr>
          <p:cNvSpPr txBox="1"/>
          <p:nvPr/>
        </p:nvSpPr>
        <p:spPr>
          <a:xfrm>
            <a:off x="5786000" y="3245069"/>
            <a:ext cx="935312" cy="36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wifi</a:t>
            </a:r>
            <a:endParaRPr lang="de-DE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C7351BA-1D35-4ABB-B8B2-B449357EA50A}"/>
              </a:ext>
            </a:extLst>
          </p:cNvPr>
          <p:cNvSpPr txBox="1"/>
          <p:nvPr/>
        </p:nvSpPr>
        <p:spPr>
          <a:xfrm>
            <a:off x="8817599" y="2831156"/>
            <a:ext cx="935312" cy="36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LTE</a:t>
            </a:r>
          </a:p>
        </p:txBody>
      </p:sp>
    </p:spTree>
    <p:extLst>
      <p:ext uri="{BB962C8B-B14F-4D97-AF65-F5344CB8AC3E}">
        <p14:creationId xmlns:p14="http://schemas.microsoft.com/office/powerpoint/2010/main" val="1565248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21315379-4489-47D2-942C-9F2EC09B25DC}"/>
              </a:ext>
            </a:extLst>
          </p:cNvPr>
          <p:cNvSpPr txBox="1"/>
          <p:nvPr/>
        </p:nvSpPr>
        <p:spPr>
          <a:xfrm>
            <a:off x="628072" y="4110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https://create.arduino.cc/iot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FDB525F-9805-4D10-9030-04072BA74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23" y="780412"/>
            <a:ext cx="8348172" cy="55325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3818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C0B2D9C-C710-43D1-8136-7EC2ACA7B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13" y="66675"/>
            <a:ext cx="3762970" cy="668972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D2CC3DB-4B2F-49B4-BF8F-D78860C6D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1" y="66675"/>
            <a:ext cx="3762970" cy="66897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61EA8E9-6958-4E05-96CE-1EFB12306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56" y="493242"/>
            <a:ext cx="1663957" cy="13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42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74B44C2-2FC5-4359-9492-69F1FC20C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11" y="1017032"/>
            <a:ext cx="6505575" cy="49434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391F049-FC3C-43A4-8EB9-CC71AE910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781" y="0"/>
            <a:ext cx="4331837" cy="6858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C548A40-160A-4136-908B-C2898C8249C7}"/>
              </a:ext>
            </a:extLst>
          </p:cNvPr>
          <p:cNvSpPr/>
          <p:nvPr/>
        </p:nvSpPr>
        <p:spPr>
          <a:xfrm>
            <a:off x="201611" y="1004332"/>
            <a:ext cx="2198688" cy="25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8D1A643-3BBB-4DAC-A98D-5CF8C1F3CE1C}"/>
              </a:ext>
            </a:extLst>
          </p:cNvPr>
          <p:cNvSpPr txBox="1"/>
          <p:nvPr/>
        </p:nvSpPr>
        <p:spPr>
          <a:xfrm>
            <a:off x="201611" y="2783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esp32_v3_IoT_ledSw.ino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4DC8C58-A43C-4BC9-A2A1-894C209E258A}"/>
              </a:ext>
            </a:extLst>
          </p:cNvPr>
          <p:cNvSpPr/>
          <p:nvPr/>
        </p:nvSpPr>
        <p:spPr>
          <a:xfrm>
            <a:off x="307829" y="3301999"/>
            <a:ext cx="2296826" cy="383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BC260E1-06F3-433F-BC1C-75A0F3E62F98}"/>
              </a:ext>
            </a:extLst>
          </p:cNvPr>
          <p:cNvSpPr/>
          <p:nvPr/>
        </p:nvSpPr>
        <p:spPr>
          <a:xfrm>
            <a:off x="7202775" y="151367"/>
            <a:ext cx="2296826" cy="1916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69FC4C4-8A10-4B2A-87E6-5495C106A395}"/>
              </a:ext>
            </a:extLst>
          </p:cNvPr>
          <p:cNvSpPr/>
          <p:nvPr/>
        </p:nvSpPr>
        <p:spPr>
          <a:xfrm>
            <a:off x="6902593" y="3785876"/>
            <a:ext cx="2296826" cy="1916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50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DF8CABC7-54A1-4B8D-BA48-89CADBB9D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41" y="354878"/>
            <a:ext cx="8191500" cy="568642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7C7B3D11-11F5-4568-ACC9-9BE6DE4421BD}"/>
              </a:ext>
            </a:extLst>
          </p:cNvPr>
          <p:cNvSpPr/>
          <p:nvPr/>
        </p:nvSpPr>
        <p:spPr>
          <a:xfrm>
            <a:off x="686521" y="587231"/>
            <a:ext cx="3340534" cy="4287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805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Breitbild</PresentationFormat>
  <Paragraphs>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Packe Michael (ERNI)</dc:creator>
  <cp:lastModifiedBy>Packe Michael (ERNI)</cp:lastModifiedBy>
  <cp:revision>11</cp:revision>
  <dcterms:created xsi:type="dcterms:W3CDTF">2020-12-16T12:09:59Z</dcterms:created>
  <dcterms:modified xsi:type="dcterms:W3CDTF">2022-01-27T12:46:08Z</dcterms:modified>
</cp:coreProperties>
</file>